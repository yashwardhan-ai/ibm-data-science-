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30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wardhan-Ai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hyperlink" Target="https://github.com/Yashwardhan-Ai/IBM-DATA-SCIENCE-/blob/main/Applied%20Capstone%20Data%20Science/Week%201/jupyter-labs-spacex-data-collection-api.ipynb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hyperlink" Target="https://github.com/Yashwardhan-Ai/IBM-DATA-SCIENCE-/blob/main/Applied%20Capstone%20Data%20Science/Week%201/jupyter-labs-webscraping.ipynb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wardhan-Ai/IBM-DATA-SCIENCE-/blob/main/Applied%20Capstone%20Data%20Science/Week%201/labs-jupyter-spacex-Data%20wrangling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wardhan-Ai/IBM-DATA-SCIENCE-/blob/main/Applied%20Capstone%20Data%20Science/Week%202/edadataviz.ipy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wardhan-Ai/IBM-DATA-SCIENCE-/blob/main/Applied%20Capstone%20Data%20Science/Week%203/lab_jupyter_launch_site_location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ashwardhan-Ai/IBM-DATA-SCIENCE-/blob/main/Applied%20Capstone%20Data%20Science/Week%204/SpaceX_Machine%20Learning%20Prediction_Part_5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fessional-certificates/ibm-data-science?&amp;instructors" TargetMode="External"/><Relationship Id="rId2" Type="http://schemas.openxmlformats.org/officeDocument/2006/relationships/hyperlink" Target="https://github.com/Yashwardhan-Ai/IBM-DATA-SCIENCE-/tree/main/Applied%20Capstone%20Data%20Scien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Yashwardhan Shinde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https://github.com/Yashwardhan-Ai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14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11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/202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9444" y="5116691"/>
            <a:ext cx="2988945" cy="130958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IN" sz="1500" u="sng" spc="-10" dirty="0">
                <a:solidFill>
                  <a:schemeClr val="bg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3"/>
              </a:rPr>
              <a:t>https://github.com/Yashwardhan-Ai/IBM-DATA-SCIENCE-/blob/main/Applied%20Capstone%20Data%20Science/Week%201/jupyter-labs-spacex-data-collection-api.ipynb</a:t>
            </a:r>
            <a:endParaRPr lang="en-IN" sz="1500" u="sng" spc="-10" dirty="0">
              <a:solidFill>
                <a:schemeClr val="bg1"/>
              </a:solidFill>
              <a:uFill>
                <a:solidFill>
                  <a:srgbClr val="2996E1"/>
                </a:solidFill>
              </a:uFill>
              <a:latin typeface="Carlito"/>
              <a:cs typeface="Carlito"/>
            </a:endParaRPr>
          </a:p>
          <a:p>
            <a:pPr marL="12700" marR="5080">
              <a:lnSpc>
                <a:spcPct val="88900"/>
              </a:lnSpc>
              <a:spcBef>
                <a:spcPts val="300"/>
              </a:spcBef>
            </a:pPr>
            <a:endParaRPr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132087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dirty="0">
                <a:latin typeface="Carlito"/>
                <a:cs typeface="Carlito"/>
                <a:hlinkClick r:id="rId17"/>
              </a:rPr>
              <a:t>https://github.com/Yashwardhan-Ai/IBM-DATA-SCIENCE-/blob/main/Applied%20Capstone%20Data%20Science/Week%201/jupyter-labs-webscraping.ipynb</a:t>
            </a:r>
            <a:endParaRPr lang="en-IN" sz="1500" dirty="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280"/>
              </a:spcBef>
            </a:pPr>
            <a:endParaRPr lang="en-IN"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453816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url:</a:t>
            </a:r>
            <a:r>
              <a:rPr lang="en-US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https://github.com/Yashwardhan-Ai/IBM-DATA-SCIENCE-/blob/main/Applied%20Capstone%20Data%20Science/Week%201/labs-jupyter-spacex-Data%20wrangling.ipynb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749103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https://github.com/Yashwardhan-Ai/IBM-DATA-SCIENCE-/blob/main/Applied%20Capstone%20Data%20Science/Week%202/edadataviz.ipynb</a:t>
            </a:r>
            <a:endParaRPr lang="en-IN" sz="2000" u="heavy" spc="-10" dirty="0">
              <a:solidFill>
                <a:srgbClr val="2996E1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2567369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3300262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US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https://github.com/Yashwardhan-Ai/IBM-DATA-SCIENCE-/blob/main/Applied%20Capstone%20Data%20Science/Week%203/lab_jupyter_launch_site_location.ipynb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288540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31297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US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https://github.com/Yashwardhan-Ai/IBM-DATA-SCIENCE-/blob/main/Applied%20Capstone%20Data%20Science/Week%204/SpaceX_Machine%20Learning%20Prediction_Part_5.ipynb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85939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r>
              <a:rPr lang="en-IN" sz="1750" dirty="0">
                <a:latin typeface="Carlito"/>
                <a:cs typeface="Carlito"/>
                <a:hlinkClick r:id="rId2"/>
              </a:rPr>
              <a:t>https://github.com/Yashwardhan-Ai/IBM-DATA-SCIENCE-/tree/main/Applied%20Capstone%20Data%20Science</a:t>
            </a:r>
            <a:endParaRPr lang="en-IN" sz="175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3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2839</Words>
  <Application>Microsoft Office PowerPoint</Application>
  <PresentationFormat>Widescreen</PresentationFormat>
  <Paragraphs>285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Yashwardhan Shinde</cp:lastModifiedBy>
  <cp:revision>2</cp:revision>
  <dcterms:created xsi:type="dcterms:W3CDTF">2021-08-26T16:53:12Z</dcterms:created>
  <dcterms:modified xsi:type="dcterms:W3CDTF">2025-11-14T08:26:59Z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